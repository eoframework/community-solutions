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Agentic Pre-Sales Platform on AWS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June 05,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Reduce per-engagement senior-consultant effort from 10 hours to under 1 hour</a:t>
            </a:r>
          </a:p>
          <a:p>
            <a:pPr lvl="1"/>
            <a:r>
              <a:t>Eliminate manual validation retries and enable parallel pipeline throughput</a:t>
            </a:r>
          </a:p>
          <a:p>
            <a:pPr lvl="1"/>
            <a:r>
              <a:t>Scale to 200+ solutions/month without adding headcount or quality loss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90% reduction in per-engagement effort measured against 6-10 hour baseline</a:t>
            </a:r>
          </a:p>
          <a:p>
            <a:pPr lvl="1"/>
            <a:r>
              <a:t>End-to-end generation under 60 minutes at 95th-percentile latency</a:t>
            </a:r>
          </a:p>
          <a:p>
            <a:pPr lvl="1"/>
            <a:r>
              <a:t>ROI realised within 12 months via consultant time savings and pipeline growth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team of 5-10 consultants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~120 consultants (US &amp; CA)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AWS 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us-west-2 (primary; isolated from us-east-1 workloads)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agent workflow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agents per solution (Input Validator + 4 generators)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3 artifacts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 artifacts (5 presales + 6 delivery + 1 automation bundle)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1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integrations (Bedrock; Cognito; DynamoDB; S3; GitHub)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Dev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environments (dev / staging /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No quota enforcement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Per-user monthly quotas + global pool (1000 sol/mo)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Ad hoc (manual)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solutions/month steady-state target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Best effort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End-to-end in under 1 hour; PoC live by end of April 2026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Orchestration &amp; API Layer</a:t>
            </a:r>
          </a:p>
          <a:p>
            <a:pPr lvl="1"/>
            <a:r>
              <a:t>API Gateway HTTP API v2 with Cognito JWT auth and 11 Lambda routes</a:t>
            </a:r>
          </a:p>
          <a:p>
            <a:pPr lvl="1"/>
            <a:r>
              <a:t>Step Functions workflow coordinating 5 Bedrock AgentCore agents</a:t>
            </a:r>
          </a:p>
          <a:p>
            <a:pPr/>
            <a:r>
              <a:rPr b="1"/>
              <a:t>AI Generation &amp; Validation</a:t>
            </a:r>
          </a:p>
          <a:p>
            <a:pPr lvl="1"/>
            <a:r>
              <a:t>Claude Sonnet 4.6 for artifact generation; Haiku 4.5 for cost-efficient validation</a:t>
            </a:r>
          </a:p>
          <a:p>
            <a:pPr lvl="1"/>
            <a:r>
              <a:t>Per-artifact format-check plus LLM quality review with up to 3 retries</a:t>
            </a:r>
          </a:p>
          <a:p>
            <a:pPr/>
            <a:r>
              <a:rPr b="1"/>
              <a:t>Data, Storage &amp; Delivery</a:t>
            </a:r>
          </a:p>
          <a:p>
            <a:pPr lvl="1"/>
            <a:r>
              <a:t>S3 for artifacts, DynamoDB for quotas/profiles, Secrets Manager for PAT</a:t>
            </a:r>
          </a:p>
          <a:p>
            <a:pPr lvl="1"/>
            <a:r>
              <a:t>Automated GitHub commit and eof-tools converter pipeline for DOCX/PPTX/XLSX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Security (Weeks 1-4)</a:t>
            </a:r>
          </a:p>
          <a:p>
            <a:pPr lvl="1"/>
            <a:r>
              <a:t>Provision Cognito User Pool, API Gateway, DynamoDB, S3, and baseline IAM</a:t>
            </a:r>
          </a:p>
          <a:p>
            <a:pPr lvl="1"/>
            <a:r>
              <a:t>Implement JWT authentication, post-confirmation Lambda, and quota enforcement</a:t>
            </a:r>
          </a:p>
          <a:p>
            <a:pPr lvl="1"/>
            <a:r>
              <a:t>Establish tagging strategy, CloudTrail audit logging, and Secrets Manager rotation</a:t>
            </a:r>
          </a:p>
          <a:p>
            <a:pPr/>
            <a:r>
              <a:rPr b="1"/>
              <a:t>Phase 2: Agents &amp; Integration (Weeks 5-9)</a:t>
            </a:r>
          </a:p>
          <a:p>
            <a:pPr lvl="1"/>
            <a:r>
              <a:t>Register 5 Strands agents on AgentCore Runtime with Docker image pipeline</a:t>
            </a:r>
          </a:p>
          <a:p>
            <a:pPr lvl="1"/>
            <a:r>
              <a:t>Integrate eof-tools converters into agent container image and validate all 12 types</a:t>
            </a:r>
          </a:p>
          <a:p>
            <a:pPr lvl="1"/>
            <a:r>
              <a:t>Build Step Functions orchestration graph and end-to-end generation workflow</a:t>
            </a:r>
          </a:p>
          <a:p>
            <a:pPr/>
            <a:r>
              <a:rPr b="1"/>
              <a:t>Phase 3: Validation &amp; Green Baseline (Weeks 10-12)</a:t>
            </a:r>
          </a:p>
          <a:p>
            <a:pPr lvl="1"/>
            <a:r>
              <a:t>Run end-to-end validation across all 12 artifact types with real client data</a:t>
            </a:r>
          </a:p>
          <a:p>
            <a:pPr lvl="1"/>
            <a:r>
              <a:t>Achieve green CloudWatch metrics baseline and surface per-phase token usage</a:t>
            </a:r>
          </a:p>
          <a:p>
            <a:pPr lvl="1"/>
            <a:r>
              <a:t>Deliver CLI package, runbooks, and executive sponsor demonstration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Security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Cognito User Pool live, API Gateway with JWT auth, DynamoDB quota tables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Agents &amp;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 agents registered on AgentCore Runtime, all 12 artifact converters validated, end-to-end generation workflow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&amp; Green Baseline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10-12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12 artifact types passing validation, green CloudWatch dashboard, executive sponsor demo ready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North American IT Managed Services Firm (200+ consultants)</a:t>
            </a:r>
          </a:p>
          <a:p>
            <a:pPr lvl="1"/>
            <a:r>
              <a:t>Challenge: Manual proposal generation consuming 8 hours per engagement, no audit trail</a:t>
            </a:r>
          </a:p>
          <a:p>
            <a:pPr lvl="1"/>
            <a:r>
              <a:t>Solution: Strands multi-agent pipeline on Bedrock with Step Functions orchestration</a:t>
            </a:r>
          </a:p>
          <a:p>
            <a:pPr lvl="1"/>
            <a:r>
              <a:t>Result: 85% effort reduction per engagement, full audit trail in CloudTrail</a:t>
            </a:r>
          </a:p>
          <a:p>
            <a:pPr/>
            <a:r>
              <a:rPr b="1"/>
              <a:t>AWS Partner Network Consultancy (Pre-Sales Engineering Team)</a:t>
            </a:r>
          </a:p>
          <a:p>
            <a:pPr lvl="1"/>
            <a:r>
              <a:t>Challenge: 4-5 LLM iteration cycles per artifact, blocking parallel pipeline throughput</a:t>
            </a:r>
          </a:p>
          <a:p>
            <a:pPr lvl="1"/>
            <a:r>
              <a:t>Solution: Automated format-check plus Haiku validation with bounded 3-retry logic</a:t>
            </a:r>
          </a:p>
          <a:p>
            <a:pPr lvl="1"/>
            <a:r>
              <a:t>Result: Zero manual retries, 3x pipeline throughput within 60 days of go-live</a:t>
            </a:r>
          </a:p>
          <a:p>
            <a:pPr/>
            <a:r>
              <a:rPr b="1"/>
              <a:t>Global Systems Integrator (Sales Operations, 500+ reps)</a:t>
            </a:r>
          </a:p>
          <a:p>
            <a:pPr lvl="1"/>
            <a:r>
              <a:t>Challenge: Inconsistent artifact quality, 30% rework rate, no per-user quota controls</a:t>
            </a:r>
          </a:p>
          <a:p>
            <a:pPr lvl="1"/>
            <a:r>
              <a:t>Solution: Cognito-gated API, DynamoDB quota enforcement, and LLM quality gate</a:t>
            </a:r>
          </a:p>
          <a:p>
            <a:pPr lvl="1"/>
            <a:r>
              <a:t>Result: Rework rate cut to under 5%, quota overruns eliminated, CRO-approved rollout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serverless and AI/ML solutions at enterprise scale</a:t>
            </a:r>
          </a:p>
          <a:p>
            <a:pPr lvl="1"/>
            <a:r>
              <a:t>40+ successful agentic automation implementations for AWS consulting partners</a:t>
            </a:r>
          </a:p>
          <a:p>
            <a:pPr lvl="1"/>
            <a:r>
              <a:t>AWS Advanced Consulting Partner with Machine Learning and DevOps Competencies</a:t>
            </a:r>
          </a:p>
          <a:p>
            <a:pPr lvl="1"/>
            <a:r>
              <a:t>Certified solutions architects specialising in Bedrock AgentCore and Strands Agents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Strands agent templates accelerate AgentCore onboarding by 60%</a:t>
            </a:r>
          </a:p>
          <a:p>
            <a:pPr lvl="1"/>
            <a:r>
              <a:t>Proven quota-enforcement pattern reduces DynamoDB design risk significantly</a:t>
            </a:r>
          </a:p>
          <a:p>
            <a:pPr lvl="1"/>
            <a:r>
              <a:t>Direct AWS Bedrock specialist support through our partner engineering channel</a:t>
            </a:r>
          </a:p>
          <a:p>
            <a:pPr lvl="1"/>
            <a:r>
              <a:t>Best practices from 40+ implementations prevent common LLM retry cost traps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$88,920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($30,000)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$58,920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$110,466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$143,606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$313,992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$8,880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$8,880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$10,656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$12,787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$32,323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$97,800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$67,800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$121,122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$156,393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$345,315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and CTO approval for project by [specific date]</a:t>
            </a:r>
          </a:p>
          <a:p>
            <a:pPr/>
            <a:r>
              <a:rPr b="1"/>
              <a:t>Kickoff:</a:t>
            </a:r>
            <a:r>
              <a:t> Target project start date within 30 days of approval</a:t>
            </a:r>
          </a:p>
          <a:p>
            <a:pPr/>
            <a:r>
              <a:rPr b="1"/>
              <a:t>Team Formation:</a:t>
            </a:r>
            <a:r>
              <a:t> Identify AWS account owner, IAM approver, eof-tools SME, and UAT lead</a:t>
            </a:r>
          </a:p>
          <a:p>
            <a:pPr/>
            <a:r>
              <a:rPr b="1"/>
              <a:t>Week 1-2:</a:t>
            </a:r>
            <a:r>
              <a:t> Contract finalisation, AWS us-west-2 account access, and Phase 1 architecture review</a:t>
            </a:r>
          </a:p>
          <a:p>
            <a:pPr/>
            <a:r>
              <a:rPr b="1"/>
              <a:t>Week 3-4:</a:t>
            </a:r>
            <a:r>
              <a:t> Cognito User Pool provisioned, IAM baseline deployed, DynamoDB quota tables live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Agentic Pre-Sales Platform on AWS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