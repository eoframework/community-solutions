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Agentic Pre-Sales Orchestration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June 05,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Replace 6-10 hours of senior-consultant manual effort per engagement</a:t>
            </a:r>
          </a:p>
          <a:p>
            <a:pPr lvl="1"/>
            <a:r>
              <a:t>Achieve parallel pipeline throughput across the entire sales organisation</a:t>
            </a:r>
          </a:p>
          <a:p>
            <a:pPr lvl="1"/>
            <a:r>
              <a:t>Deliver complete five-artifact presales bundles in under one hour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90% reduction in per-engagement effort by end of Phase 1</a:t>
            </a:r>
          </a:p>
          <a:p>
            <a:pPr lvl="1"/>
            <a:r>
              <a:t>Sub-60-minute end-to-end artifact generation with zero human-in-loop</a:t>
            </a:r>
          </a:p>
          <a:p>
            <a:pPr lvl="1"/>
            <a:r>
              <a:t>ROI realization within 6 months through consultant capacity recapture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business unit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~120 consultants across US and Canada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AWS region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us-west-2 (primary)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3–4 Lambda functions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agents + 14 CLI subcommands + 11 API Lambda routes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4–6 artifact types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artifacts per solution (5 presales + 6 delivery + 1 automation)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1–2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 integrations (Bedrock AgentCore + Cognito + GitHub + DynamoDB quota)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Dev + Prod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 / Staging / Prod (3 environments)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Standard AWS security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CTO sign-off required; JWT auth; per-user + global quotas; audit trail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Business-hours 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POC target; production path to 99.9% uptime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AI/ML &amp; Orchestration</a:t>
            </a:r>
          </a:p>
          <a:p>
            <a:pPr lvl="1"/>
            <a:r>
              <a:t>Bedrock AgentCore Runtime hosting five specialised Strands agents</a:t>
            </a:r>
          </a:p>
          <a:p>
            <a:pPr lvl="1"/>
            <a:r>
              <a:t>Claude Sonnet 4.6 generation with Haiku 4.5 cost-efficient validation</a:t>
            </a:r>
          </a:p>
          <a:p>
            <a:pPr/>
            <a:r>
              <a:rPr b="1"/>
              <a:t>Platform &amp; Integration</a:t>
            </a:r>
          </a:p>
          <a:p>
            <a:pPr lvl="1"/>
            <a:r>
              <a:t>API Gateway HTTP API v2 with Cognito JWT and per-user quota enforcement</a:t>
            </a:r>
          </a:p>
          <a:p>
            <a:pPr lvl="1"/>
            <a:r>
              <a:t>S3 artifact store, DynamoDB profiles, and GitHub commit via Secrets Manager</a:t>
            </a:r>
          </a:p>
          <a:p>
            <a:pPr/>
            <a:r>
              <a:rPr b="1"/>
              <a:t>Operations &amp; Compliance</a:t>
            </a:r>
          </a:p>
          <a:p>
            <a:pPr lvl="1"/>
            <a:r>
              <a:t>CloudWatch metrics and CloudTrail audit trail for full observability</a:t>
            </a:r>
          </a:p>
          <a:p>
            <a:pPr lvl="1"/>
            <a:r>
              <a:t>Deterministic eof-tools converter pipeline baked into agent container image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Identity (Weeks 1-4)</a:t>
            </a:r>
          </a:p>
          <a:p>
            <a:pPr lvl="1"/>
            <a:r>
              <a:t>Provision Cognito User Pools, API Gateway HTTP API, and DynamoDB tables</a:t>
            </a:r>
          </a:p>
          <a:p>
            <a:pPr lvl="1"/>
            <a:r>
              <a:t>Configure IAM roles, S3 bucket policies, and Secrets Manager for GitHub PAT</a:t>
            </a:r>
          </a:p>
          <a:p>
            <a:pPr lvl="1"/>
            <a:r>
              <a:t>Deploy baseline CloudWatch dashboards and CloudTrail audit logging</a:t>
            </a:r>
          </a:p>
          <a:p>
            <a:pPr/>
            <a:r>
              <a:rPr b="1"/>
              <a:t>Phase 2: Agent Build &amp; Integration (Weeks 5-9)</a:t>
            </a:r>
          </a:p>
          <a:p>
            <a:pPr lvl="1"/>
            <a:r>
              <a:t>Implement five Strands agents with Bedrock AgentCore Runtime registration</a:t>
            </a:r>
          </a:p>
          <a:p>
            <a:pPr lvl="1"/>
            <a:r>
              <a:t>Build Docker image pipeline baking eof-tools converter library into agents</a:t>
            </a:r>
          </a:p>
          <a:p>
            <a:pPr lvl="1"/>
            <a:r>
              <a:t>Wire 11 Lambda routes, CLI subcommands, and quota enforcement logic</a:t>
            </a:r>
          </a:p>
          <a:p>
            <a:pPr/>
            <a:r>
              <a:rPr b="1"/>
              <a:t>Phase 3: Validation &amp; Go-Live (Weeks 10-12)</a:t>
            </a:r>
          </a:p>
          <a:p>
            <a:pPr lvl="1"/>
            <a:r>
              <a:t>Run end-to-end validation across all 12 artifact types with green metrics</a:t>
            </a:r>
          </a:p>
          <a:p>
            <a:pPr lvl="1"/>
            <a:r>
              <a:t>Conduct load testing at 200 solutions/month steady-state throughput</a:t>
            </a:r>
          </a:p>
          <a:p>
            <a:pPr lvl="1"/>
            <a:r>
              <a:t>Deliver runbook, handoff training, and Phase 2 scope backlog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Identity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Cognito user pool live, API Gateway + DynamoDB operational, IAM baseline configured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Agent Build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5-9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Five agents registered in AgentCore, Docker image pipeline green, CLI + quota logic deployed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 &amp; Go-Live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10-12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12 artifacts validated end-to-end, CloudWatch baseline green, executive demo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Global Systems Integrator (500+ consultants, North America)</a:t>
            </a:r>
          </a:p>
          <a:p>
            <a:pPr lvl="1"/>
            <a:r>
              <a:t>Challenge: 8-12 hours per presales pack, no audit trail, lost pipeline velocity</a:t>
            </a:r>
          </a:p>
          <a:p>
            <a:pPr lvl="1"/>
            <a:r>
              <a:t>Solution: Bedrock-powered multi-agent pipeline with deterministic validation gates</a:t>
            </a:r>
          </a:p>
          <a:p>
            <a:pPr lvl="1"/>
            <a:r>
              <a:t>Result: 85% effort reduction; 3x pipeline capacity gained in 60 days</a:t>
            </a:r>
          </a:p>
          <a:p>
            <a:pPr/>
            <a:r>
              <a:rPr b="1"/>
              <a:t>AWS Advanced Partner, Financial Services Practice (200 consultants)</a:t>
            </a:r>
          </a:p>
          <a:p>
            <a:pPr lvl="1"/>
            <a:r>
              <a:t>Challenge: Inconsistent artifact quality causing 30% re-work rate pre-delivery</a:t>
            </a:r>
          </a:p>
          <a:p>
            <a:pPr lvl="1"/>
            <a:r>
              <a:t>Solution: LLM generation plus automated format-check and retry loop on Bedrock</a:t>
            </a:r>
          </a:p>
          <a:p>
            <a:pPr lvl="1"/>
            <a:r>
              <a:t>Result: Re-work cut to 5%; CSAT up 22 points within 90 days</a:t>
            </a:r>
          </a:p>
          <a:p>
            <a:pPr/>
            <a:r>
              <a:rPr b="1"/>
              <a:t>Mid-Market IT Consultancy, DevOps Focus (80 consultants)</a:t>
            </a:r>
          </a:p>
          <a:p>
            <a:pPr lvl="1"/>
            <a:r>
              <a:t>Challenge: Two senior architects tied up on presales docs, delaying delivery work</a:t>
            </a:r>
          </a:p>
          <a:p>
            <a:pPr lvl="1"/>
            <a:r>
              <a:t>Solution: Serverless Strands agent platform with GitHub auto-commit on approval</a:t>
            </a:r>
          </a:p>
          <a:p>
            <a:pPr lvl="1"/>
            <a:r>
              <a:t>Result: Architects redirected to delivery; revenue per consultant up 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serverless and AI/ML solutions at enterprise scale</a:t>
            </a:r>
          </a:p>
          <a:p>
            <a:pPr lvl="1"/>
            <a:r>
              <a:t>30+ agentic automation implementations across consulting and SaaS sectors</a:t>
            </a:r>
          </a:p>
          <a:p>
            <a:pPr lvl="1"/>
            <a:r>
              <a:t>AWS Advanced Consulting Partner with Machine Learning Competency</a:t>
            </a:r>
          </a:p>
          <a:p>
            <a:pPr lvl="1"/>
            <a:r>
              <a:t>Certified solutions architects specialising in Bedrock and multi-agent design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Strands agent templates cut Phase 2 build time by 40%</a:t>
            </a:r>
          </a:p>
          <a:p>
            <a:pPr lvl="1"/>
            <a:r>
              <a:t>Proven eof-tools integration pattern eliminates converter rewrite risk</a:t>
            </a:r>
          </a:p>
          <a:p>
            <a:pPr lvl="1"/>
            <a:r>
              <a:t>Direct AWS Bedrock specialist access through our partner engineering desk</a:t>
            </a:r>
          </a:p>
          <a:p>
            <a:pPr lvl="1"/>
            <a:r>
              <a:t>Best practices from 30+ implementations prevent common quota and latency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$64,427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$49,427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$76,816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$96,682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$222,925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$6,300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$6,300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$6,300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$6,300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$16,200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$76,127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$61,127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$88,516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$108,382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$258,025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Phase 1 project start by [specific date]</a:t>
            </a:r>
          </a:p>
          <a:p>
            <a:pPr/>
            <a:r>
              <a:rPr b="1"/>
              <a:t>Kickoff:</a:t>
            </a:r>
            <a:r>
              <a:t> Target project start date within 30 days of CTO and budget approval</a:t>
            </a:r>
          </a:p>
          <a:p>
            <a:pPr/>
            <a:r>
              <a:rPr b="1"/>
              <a:t>Team Formation:</a:t>
            </a:r>
            <a:r>
              <a:t> Identify AWS account owner, security lead, and Amatra product owner</a:t>
            </a:r>
          </a:p>
          <a:p>
            <a:pPr/>
            <a:r>
              <a:rPr b="1"/>
              <a:t>Week 1-2:</a:t>
            </a:r>
            <a:r>
              <a:t> Contract finalisation, us-west-2 account provisioning, and Cognito setup</a:t>
            </a:r>
          </a:p>
          <a:p>
            <a:pPr/>
            <a:r>
              <a:rPr b="1"/>
              <a:t>Week 3-4:</a:t>
            </a:r>
            <a:r>
              <a:t> API Gateway routes live, DynamoDB schema deployed, first CLI auth demo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Agentic Pre-Sales Orchestration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