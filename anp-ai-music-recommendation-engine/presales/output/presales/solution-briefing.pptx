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31079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1470" y="678433"/>
            <a:ext cx="4228856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ANP Streaming AI Recommendation Engine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Jonas Bull | June 08, 2026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2: 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Serve 2.4B+ global Christians underserved by Western-centric streaming platforms</a:t>
            </a:r>
          </a:p>
          <a:p>
            <a:pPr lvl="1"/>
            <a:r>
              <a:t>Deliver emotion-based discovery bridging mental wellbeing and personal faith</a:t>
            </a:r>
          </a:p>
          <a:p>
            <a:pPr lvl="1"/>
            <a:r>
              <a:t>Scale personalization from 100 to 100,000+ MAUs without added headcount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API-accessible recommendation engine live within 12 weeks of kickoff</a:t>
            </a:r>
          </a:p>
          <a:p>
            <a:pPr lvl="1"/>
            <a:r>
              <a:t>90%+ mood-to-content match accuracy validated against curated test sets</a:t>
            </a:r>
          </a:p>
          <a:p>
            <a:pPr lvl="1"/>
            <a:r>
              <a:t>Investor-ready tiered cost model across 100, 10K, and 100K MAU scenarios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Recommendation Engine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3: 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Single department ~100 MAU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Starting at 0; projections for 100 / 10K / 100K MAU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Single-genre catalog ~1000 tracks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Existing FlutterFlow / Firebase catalog with titles + metadata; lyric and transcript files where available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1 baseline recommendation model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Content-intelligence classifier + preference-learning model + mood-to-content matcher + playlist generator + retraining pipeline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Single prod environment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Dev + Staging environments; production deployment out of scope for this engagement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1 downstream consumer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FlutterFlow mobile app calling secured REST API; no frontend modification required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Basic metadata schema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User preference vectors + content metadata + mood taxonomy; defined and documented in 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Standard AWS best practices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Dedicated AWS account provided by customer; security controls under existing or new dedicated security account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Single handoff session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Two formal knowledge-transfer sessions + full operational runbook delivery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Recommendation Engine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4: 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Content Intelligence</a:t>
            </a:r>
          </a:p>
          <a:p>
            <a:pPr lvl="1"/>
            <a:r>
              <a:t>Transcribe + Comprehend for emotion, mood, and theme classification</a:t>
            </a:r>
          </a:p>
          <a:p>
            <a:pPr lvl="1"/>
            <a:r>
              <a:t>SageMaker pipeline enriches catalog metadata at artist upload time</a:t>
            </a:r>
          </a:p>
          <a:p>
            <a:pPr/>
            <a:r>
              <a:rPr b="1"/>
              <a:t>Recommendation Engine</a:t>
            </a:r>
          </a:p>
          <a:p>
            <a:pPr lvl="1"/>
            <a:r>
              <a:t>Amazon Personalize for preference learning and mood-to-content matching</a:t>
            </a:r>
          </a:p>
          <a:p>
            <a:pPr lvl="1"/>
            <a:r>
              <a:t>Lambda-based playlist generation with session context and feedback signals</a:t>
            </a:r>
          </a:p>
          <a:p>
            <a:pPr/>
            <a:r>
              <a:rPr b="1"/>
              <a:t>API &amp; Data Layer</a:t>
            </a:r>
          </a:p>
          <a:p>
            <a:pPr lvl="1"/>
            <a:r>
              <a:t>API Gateway + Cognito expose secured REST endpoints to FlutterFlow</a:t>
            </a:r>
          </a:p>
          <a:p>
            <a:pPr lvl="1"/>
            <a:r>
              <a:t>DynamoDB user profiles, S3 catalog store, ElastiCache session caching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Recommendation Engine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5: 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Discovery &amp; Content Intelligence (Months 1-2)</a:t>
            </a:r>
          </a:p>
          <a:p>
            <a:pPr lvl="1"/>
            <a:r>
              <a:t>Requirements workshop, AWS architecture, data schemas, and mood taxonomy</a:t>
            </a:r>
          </a:p>
          <a:p>
            <a:pPr lvl="1"/>
            <a:r>
              <a:t>Deploy Transcribe/Comprehend pipeline for lyric and transcript classification</a:t>
            </a:r>
          </a:p>
          <a:p>
            <a:pPr lvl="1"/>
            <a:r>
              <a:t>Enrich existing catalog with emotion, mood, and thematic attributes</a:t>
            </a:r>
          </a:p>
          <a:p>
            <a:pPr/>
            <a:r>
              <a:rPr b="1"/>
              <a:t>Phase 2: Recommendation Engine &amp; API (Months 2-3)</a:t>
            </a:r>
          </a:p>
          <a:p>
            <a:pPr lvl="1"/>
            <a:r>
              <a:t>Build Personalize preference-learning model and mood-to-content matcher</a:t>
            </a:r>
          </a:p>
          <a:p>
            <a:pPr lvl="1"/>
            <a:r>
              <a:t>Implement playlist generation Lambda with feedback and retraining pipeline</a:t>
            </a:r>
          </a:p>
          <a:p>
            <a:pPr lvl="1"/>
            <a:r>
              <a:t>Deploy authenticated API layer (profile, classify, playlist, feedback endpoints)</a:t>
            </a:r>
          </a:p>
          <a:p>
            <a:pPr/>
            <a:r>
              <a:rPr b="1"/>
              <a:t>Phase 3: Integration &amp; Handoff (Month 3)</a:t>
            </a:r>
          </a:p>
          <a:p>
            <a:pPr lvl="1"/>
            <a:r>
              <a:t>End-to-end validation against FlutterFlow call patterns in production</a:t>
            </a:r>
          </a:p>
          <a:p>
            <a:pPr lvl="1"/>
            <a:r>
              <a:t>Deliver API contracts, model configs, runbooks, and tiered cost models</a:t>
            </a:r>
          </a:p>
          <a:p>
            <a:pPr lvl="1"/>
            <a:r>
              <a:t>Two knowledge-transfer sessions and full operational handoff to ANP team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Recommendation Engine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6: 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Discovery &amp; Content Intelligence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1-2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AWS architecture approved, mood taxonomy defined, catalog enrichment pipeline live, tiered cost model delivered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Recommendation Engine &amp; API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2-3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Personalize model trained, playlist generation API live, feedback/retraining pipeline operational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Integration &amp; Handoff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FlutterFlow integration validated, full documentation delivered, two KT sessions completed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Recommendation Engine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7: 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Faith &amp; Wellness Media Platform (Series A, 80K MAU)</a:t>
            </a:r>
          </a:p>
          <a:p>
            <a:pPr lvl="1"/>
            <a:r>
              <a:t>Challenge: Manual content tagging took 3+ hours per upload, delaying releases</a:t>
            </a:r>
          </a:p>
          <a:p>
            <a:pPr lvl="1"/>
            <a:r>
              <a:t>Solution: Comprehend + Lambda pipeline auto-classifying themes at ingest time</a:t>
            </a:r>
          </a:p>
          <a:p>
            <a:pPr lvl="1"/>
            <a:r>
              <a:t>Result: Tagging under 60 seconds; catalog growth doubled in 90 days</a:t>
            </a:r>
          </a:p>
          <a:p>
            <a:pPr/>
            <a:r>
              <a:rPr b="1"/>
              <a:t>Independent Music Streaming Startup (SaaS, 50K subscribers)</a:t>
            </a:r>
          </a:p>
          <a:p>
            <a:pPr lvl="1"/>
            <a:r>
              <a:t>Challenge: Generic playlist logic driving 62% skip rate and 40% monthly churn</a:t>
            </a:r>
          </a:p>
          <a:p>
            <a:pPr lvl="1"/>
            <a:r>
              <a:t>Solution: Amazon Personalize preference model replacing rule-based recommendation</a:t>
            </a:r>
          </a:p>
          <a:p>
            <a:pPr lvl="1"/>
            <a:r>
              <a:t>Result: Skip rate dropped 38%; retention improved 22% in first quarter</a:t>
            </a:r>
          </a:p>
          <a:p>
            <a:pPr/>
            <a:r>
              <a:rPr b="1"/>
              <a:t>Podcast &amp; Audio Content Network (SMB, 25K monthly listeners)</a:t>
            </a:r>
          </a:p>
          <a:p>
            <a:pPr lvl="1"/>
            <a:r>
              <a:t>Challenge: Zero personalization; listeners searched manually with no mood discovery</a:t>
            </a:r>
          </a:p>
          <a:p>
            <a:pPr lvl="1"/>
            <a:r>
              <a:t>Solution: Transcribe-based mood taxonomy and API-served playlist engine on AWS</a:t>
            </a:r>
          </a:p>
          <a:p>
            <a:pPr lvl="1"/>
            <a:r>
              <a:t>Result: Session length up 34%; NPS up 18 points within 60 days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Recommendation Engine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8: 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10+ years delivering AWS AI/ML and cloud-native solutions at scale</a:t>
            </a:r>
          </a:p>
          <a:p>
            <a:pPr lvl="1"/>
            <a:r>
              <a:t>50+ successful AI/ML implementations across media, health, and SaaS verticals</a:t>
            </a:r>
          </a:p>
          <a:p>
            <a:pPr lvl="1"/>
            <a:r>
              <a:t>AWS Advanced Consulting Partner with Machine Learning Competency</a:t>
            </a:r>
          </a:p>
          <a:p>
            <a:pPr lvl="1"/>
            <a:r>
              <a:t>Certified ML and solutions architects with Personalize and SageMaker expertise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Pre-built content classification templates accelerate catalog enrichment pipeline</a:t>
            </a:r>
          </a:p>
          <a:p>
            <a:pPr lvl="1"/>
            <a:r>
              <a:t>Proven Personalize onboarding methodology reduces model cold-start time by 40%</a:t>
            </a:r>
          </a:p>
          <a:p>
            <a:pPr lvl="1"/>
            <a:r>
              <a:t>Direct AWS ML specialist support and $25,000 Partner Funding fully applied</a:t>
            </a:r>
          </a:p>
          <a:p>
            <a:pPr lvl="1"/>
            <a:r>
              <a:t>Best practices from 50+ implementations eliminate common AI/ML pitfalls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Recommendation Engine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9: 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Cloud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$2,563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($2,500)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$63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$2,563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$2,890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$5,516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 &amp; Maintenance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$3,600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$3,763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($2,500)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$1,263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$3,763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$4,090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$9,116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Recommendation Engine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10: 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approval for project kickoff by [specific date]</a:t>
            </a:r>
          </a:p>
          <a:p>
            <a:pPr/>
            <a:r>
              <a:rPr b="1"/>
              <a:t>Kickoff:</a:t>
            </a:r>
            <a:r>
              <a:t> Target project start date within 30 days of AWS funding approval</a:t>
            </a:r>
          </a:p>
          <a:p>
            <a:pPr/>
            <a:r>
              <a:rPr b="1"/>
              <a:t>Team Formation:</a:t>
            </a:r>
            <a:r>
              <a:t> Identify app/workload owner, infrastructure architect, and security architect</a:t>
            </a:r>
          </a:p>
          <a:p>
            <a:pPr/>
            <a:r>
              <a:rPr b="1"/>
              <a:t>Week 1-2:</a:t>
            </a:r>
            <a:r>
              <a:t> AWS funding portal submission, account provisioning, and requirements workshop</a:t>
            </a:r>
          </a:p>
          <a:p>
            <a:pPr/>
            <a:r>
              <a:rPr b="1"/>
              <a:t>Week 3-4:</a:t>
            </a:r>
            <a:r>
              <a:t> Mood taxonomy design, Firebase schema mapping, and catalog sample ingestion begins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ANP Streaming AI Recommendation Engine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Slide 11: 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86</cp:revision>
  <dcterms:created xsi:type="dcterms:W3CDTF">2025-11-01T21:16:10Z</dcterms:created>
  <dcterms:modified xsi:type="dcterms:W3CDTF">2025-11-27T20:15:42Z</dcterms:modified>
</cp:coreProperties>
</file>