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ANP Streaming AI Mood &amp; Recommendation API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Jonas Bull | June 08,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Boost listener engagement by surfacing mood-matched songs and podcasts instantly</a:t>
            </a:r>
          </a:p>
          <a:p>
            <a:pPr lvl="1"/>
            <a:r>
              <a:t>Auto-tag every new upload with mood labels, eliminating manual curation effort</a:t>
            </a:r>
          </a:p>
          <a:p>
            <a:pPr lvl="1"/>
            <a:r>
              <a:t>Deliver personalized playlists without rebuilding the existing FlutterFlow frontend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90%+ mood-classification accuracy validated against labeled content samples</a:t>
            </a:r>
          </a:p>
          <a:p>
            <a:pPr lvl="1"/>
            <a:r>
              <a:t>Personalized playlist API live within 6 weeks of engagement kickoff</a:t>
            </a:r>
          </a:p>
          <a:p>
            <a:pPr lvl="1"/>
            <a:r>
              <a:t>AWS funding offsets 100% of professional-services investment in Year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business unit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Small faith-based streaming user base at launch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1 REST API endpoint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endpoints (mood classifier + recommendation)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Core AI/ML services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Lambda, Bedrock, API Gateway, DynamoDB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Dev and Prod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 + Prod (no dedicated QA env)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source system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Firebase catalog (read-only) + FlutterFlow API calls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Small catalog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Existing catalog with lyrics and transcripts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Standard AWS security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IAM least privilege + API key auth + HTTPS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 / ML Services</a:t>
            </a:r>
          </a:p>
          <a:p>
            <a:pPr lvl="1"/>
            <a:r>
              <a:t>Comprehend and Bedrock for mood classification from lyrics/transcripts</a:t>
            </a:r>
          </a:p>
          <a:p>
            <a:pPr lvl="1"/>
            <a:r>
              <a:t>Amazon Personalize for real-time personalized playlist recommendations</a:t>
            </a:r>
          </a:p>
          <a:p>
            <a:pPr/>
            <a:r>
              <a:rPr b="1"/>
              <a:t>Platform Architecture</a:t>
            </a:r>
          </a:p>
          <a:p>
            <a:pPr lvl="1"/>
            <a:r>
              <a:t>Serverless Lambda functions behind API Gateway for both endpoints</a:t>
            </a:r>
          </a:p>
          <a:p>
            <a:pPr lvl="1"/>
            <a:r>
              <a:t>S3 catalog, DynamoDB history, CloudWatch monitoring for full observability</a:t>
            </a:r>
          </a:p>
          <a:p>
            <a:pPr/>
            <a:r>
              <a:rPr b="1"/>
              <a:t>Security &amp; Integration</a:t>
            </a:r>
          </a:p>
          <a:p>
            <a:pPr lvl="1"/>
            <a:r>
              <a:t>IAM roles and Secrets Manager enforce least-privilege access controls</a:t>
            </a:r>
          </a:p>
          <a:p>
            <a:pPr lvl="1"/>
            <a:r>
              <a:t>REST API callable from FlutterFlow with no frontend changes required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Discovery &amp; Design (Weeks 1-2)</a:t>
            </a:r>
          </a:p>
          <a:p>
            <a:pPr lvl="1"/>
            <a:r>
              <a:t>Finalize AWS architecture and API contract with ANP technical contact</a:t>
            </a:r>
          </a:p>
          <a:p>
            <a:pPr lvl="1"/>
            <a:r>
              <a:t>Export Firebase catalog to S3 and validate lyric/transcript data quality</a:t>
            </a:r>
          </a:p>
          <a:p>
            <a:pPr lvl="1"/>
            <a:r>
              <a:t>Provision AWS account, IAM roles, dev environment, and CI/CD pipeline</a:t>
            </a:r>
          </a:p>
          <a:p>
            <a:pPr/>
            <a:r>
              <a:rPr b="1"/>
              <a:t>Phase 2: Build &amp; Integrate (Weeks 3-4)</a:t>
            </a:r>
          </a:p>
          <a:p>
            <a:pPr lvl="1"/>
            <a:r>
              <a:t>Implement mood-classification Lambda using Comprehend and Bedrock</a:t>
            </a:r>
          </a:p>
          <a:p>
            <a:pPr lvl="1"/>
            <a:r>
              <a:t>Build playlist-recommendation Lambda with Amazon Personalize integration</a:t>
            </a:r>
          </a:p>
          <a:p>
            <a:pPr lvl="1"/>
            <a:r>
              <a:t>Deploy API Gateway, connect endpoints, and run accuracy validation tests</a:t>
            </a:r>
          </a:p>
          <a:p>
            <a:pPr/>
            <a:r>
              <a:rPr b="1"/>
              <a:t>Phase 3: Validate &amp; Hand Off (Weeks 5-6)</a:t>
            </a:r>
          </a:p>
          <a:p>
            <a:pPr lvl="1"/>
            <a:r>
              <a:t>Conduct end-to-end testing with ANP team against production catalog</a:t>
            </a:r>
          </a:p>
          <a:p>
            <a:pPr lvl="1"/>
            <a:r>
              <a:t>Integrate REST API into FlutterFlow app and confirm no UI changes needed</a:t>
            </a:r>
          </a:p>
          <a:p>
            <a:pPr lvl="1"/>
            <a:r>
              <a:t>Deliver API documentation, runbooks, and operational handoff to ANP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Discovery &amp;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environment live, API contract signed off, Firebase catalog in S3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Build &amp; Integrate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Mood classifier deployed, Recommendation endpoint live, Accuracy &gt;90%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Validate &amp; Hand 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FlutterFlow integration confirmed, API docs delivered, Operations handoff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Christian Media Network (50K monthly active listeners)</a:t>
            </a:r>
          </a:p>
          <a:p>
            <a:pPr lvl="1"/>
            <a:r>
              <a:t>Challenge: Manual content tagging 3 hours per upload, zero personalization</a:t>
            </a:r>
          </a:p>
          <a:p>
            <a:pPr lvl="1"/>
            <a:r>
              <a:t>Solution: AWS Comprehend and Lambda API for auto-tagging and mood feeds</a:t>
            </a:r>
          </a:p>
          <a:p>
            <a:pPr lvl="1"/>
            <a:r>
              <a:t>Result: Tagging cut to 10 seconds; 35% lift in session length</a:t>
            </a:r>
          </a:p>
          <a:p>
            <a:pPr/>
            <a:r>
              <a:rPr b="1"/>
              <a:t>Independent Podcast Platform (100K subscribers)</a:t>
            </a:r>
          </a:p>
          <a:p>
            <a:pPr lvl="1"/>
            <a:r>
              <a:t>Challenge: Generic recommendations driving 40% churn within two sessions</a:t>
            </a:r>
          </a:p>
          <a:p>
            <a:pPr lvl="1"/>
            <a:r>
              <a:t>Solution: Amazon Personalize with listening-history integration via serverless API</a:t>
            </a:r>
          </a:p>
          <a:p>
            <a:pPr lvl="1"/>
            <a:r>
              <a:t>Result: Churn reduced 28%; average sessions per user increased by 1.8x</a:t>
            </a:r>
          </a:p>
          <a:p>
            <a:pPr/>
            <a:r>
              <a:rPr b="1"/>
              <a:t>Faith-Based Devotional App (30K users)</a:t>
            </a:r>
          </a:p>
          <a:p>
            <a:pPr lvl="1"/>
            <a:r>
              <a:t>Challenge: No discovery; users abandoning app after exhausting favorites</a:t>
            </a:r>
          </a:p>
          <a:p>
            <a:pPr lvl="1"/>
            <a:r>
              <a:t>Solution: Mood-classification API and personalized playlist endpoint on AWS</a:t>
            </a:r>
          </a:p>
          <a:p>
            <a:pPr lvl="1"/>
            <a:r>
              <a:t>Result: Daily active users up 22%; app store rating up to 4.5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cloud and AI/ML solutions at scale</a:t>
            </a:r>
          </a:p>
          <a:p>
            <a:pPr lvl="1"/>
            <a:r>
              <a:t>100+ successful serverless API implementations across media and SaaS</a:t>
            </a:r>
          </a:p>
          <a:p>
            <a:pPr lvl="1"/>
            <a:r>
              <a:t>AWS Advanced Consulting Partner with Machine Learning Competency</a:t>
            </a:r>
          </a:p>
          <a:p>
            <a:pPr lvl="1"/>
            <a:r>
              <a:t>Certified solutions architects specializing in Comprehend and Personalize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serverless AI patterns accelerate delivery from weeks to days</a:t>
            </a:r>
          </a:p>
          <a:p>
            <a:pPr lvl="1"/>
            <a:r>
              <a:t>Proven mood-classification approach cuts accuracy iteration cycles by 50%</a:t>
            </a:r>
          </a:p>
          <a:p>
            <a:pPr lvl="1"/>
            <a:r>
              <a:t>Direct AWS ML specialist support unlocks partner funding for your project</a:t>
            </a:r>
          </a:p>
          <a:p>
            <a:pPr lvl="1"/>
            <a:r>
              <a:t>Best practices from 100+ builds prevent common integration pitfalls early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$2,903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$1,403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$2,903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$2,903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$7,210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$1,044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$3,251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$1,751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$3,251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$3,251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$8,254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from Lilly Goyah for pilot engagement by [specific date]</a:t>
            </a:r>
          </a:p>
          <a:p>
            <a:pPr/>
            <a:r>
              <a:rPr b="1"/>
              <a:t>Kickoff:</a:t>
            </a:r>
            <a:r>
              <a:t> Target engagement start date within 30 days of approval</a:t>
            </a:r>
          </a:p>
          <a:p>
            <a:pPr/>
            <a:r>
              <a:rPr b="1"/>
              <a:t>Team Formation:</a:t>
            </a:r>
            <a:r>
              <a:t> Identify ANP technical contact for catalog access and API review</a:t>
            </a:r>
          </a:p>
          <a:p>
            <a:pPr/>
            <a:r>
              <a:rPr b="1"/>
              <a:t>Week 1-2:</a:t>
            </a:r>
            <a:r>
              <a:t> Contract finalization, AWS account access granted, Firebase catalog export to S3</a:t>
            </a:r>
          </a:p>
          <a:p>
            <a:pPr/>
            <a:r>
              <a:rPr b="1"/>
              <a:t>Week 3-4:</a:t>
            </a:r>
            <a:r>
              <a:t> Mood-classification Lambda built and tested; accuracy results shared with ANP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