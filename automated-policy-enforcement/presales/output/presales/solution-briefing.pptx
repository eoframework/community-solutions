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Cloud Governance Platform — Contoso Financial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June 09,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3–4 compliance findings per quarter driving costly remediation overhead</a:t>
            </a:r>
          </a:p>
          <a:p>
            <a:pPr lvl="1"/>
            <a:r>
              <a:t>Manual provisioning with shared admin credentials creates security exposure</a:t>
            </a:r>
          </a:p>
          <a:p>
            <a:pPr lvl="1"/>
            <a:r>
              <a:t>Q2 2026 regulatory review demands evidence-ready automated controls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80% reduction in remediation effort before April 2026 hard deadline</a:t>
            </a:r>
          </a:p>
          <a:p>
            <a:pPr lvl="1"/>
            <a:r>
              <a:t>Zero manual console access in production with full audit trail</a:t>
            </a:r>
          </a:p>
          <a:p>
            <a:pPr lvl="1"/>
            <a:r>
              <a:t>ISO 27001 controls validated and evidence collected pre-review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business unit (~100 users)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~4500 employees across platform team and workload owners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AWS 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Two regions: ap-southeast-2 (primary) + ap-southeast-4 (DR)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Dev + Prod (2 environments)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Three production environments + dev/test/staging per workload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New identity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Federation with existing on-premises enterprise directory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framework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ISO 27001 + internal security baseline + financial services regulations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 ITSM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Existing SIEM + ticketing platform integrations required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Greenfield IaC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new accounts and guardrails via IaC; legacy workloads excluded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Basic SCPs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Comprehensive preventive + detective guardrails (no manual console access in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Standard business hours 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platform availability; DR RTO &lt; 4h / RPO &lt; 1h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Governance &amp; Provisioning</a:t>
            </a:r>
          </a:p>
          <a:p>
            <a:pPr lvl="1"/>
            <a:r>
              <a:t>Control Tower + AFT automates compliant account vending at scale</a:t>
            </a:r>
          </a:p>
          <a:p>
            <a:pPr lvl="1"/>
            <a:r>
              <a:t>SCPs enforce no-console-access and region-lock guardrails organisation-wide</a:t>
            </a:r>
          </a:p>
          <a:p>
            <a:pPr/>
            <a:r>
              <a:rPr b="1"/>
              <a:t>Security &amp; Compliance</a:t>
            </a:r>
          </a:p>
          <a:p>
            <a:pPr lvl="1"/>
            <a:r>
              <a:t>Security Hub aggregates GuardDuty, Config and Access Analyzer findings</a:t>
            </a:r>
          </a:p>
          <a:p>
            <a:pPr lvl="1"/>
            <a:r>
              <a:t>Centralised S3 log archive with 12-month retention for audit evidence</a:t>
            </a:r>
          </a:p>
          <a:p>
            <a:pPr/>
            <a:r>
              <a:rPr b="1"/>
              <a:t>Network &amp; Identity</a:t>
            </a:r>
          </a:p>
          <a:p>
            <a:pPr lvl="1"/>
            <a:r>
              <a:t>Transit Gateway hub-spoke with Network Firewall for full traffic inspection</a:t>
            </a:r>
          </a:p>
          <a:p>
            <a:pPr lvl="1"/>
            <a:r>
              <a:t>On-prem IdP federation via IAM Identity Center — no shared credentials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Design (Weeks 1-6)</a:t>
            </a:r>
          </a:p>
          <a:p>
            <a:pPr lvl="1"/>
            <a:r>
              <a:t>Deploy Control Tower, AWS Organizations hierarchy, and core account structure</a:t>
            </a:r>
          </a:p>
          <a:p>
            <a:pPr lvl="1"/>
            <a:r>
              <a:t>Configure IAM Identity Center federation with on-premises enterprise directory</a:t>
            </a:r>
          </a:p>
          <a:p>
            <a:pPr lvl="1"/>
            <a:r>
              <a:t>Establish centralised logging, Security Hub, and GuardDuty organisational baselines</a:t>
            </a:r>
          </a:p>
          <a:p>
            <a:pPr/>
            <a:r>
              <a:rPr b="1"/>
              <a:t>Phase 2: Guardrails &amp; Workload Onboarding (Months 2-3)</a:t>
            </a:r>
          </a:p>
          <a:p>
            <a:pPr lvl="1"/>
            <a:r>
              <a:t>Implement SCPs, Config rules, and policy-as-code guardrails across all accounts</a:t>
            </a:r>
          </a:p>
          <a:p>
            <a:pPr lvl="1"/>
            <a:r>
              <a:t>Onboard three environments via AFT pipeline with ITSM change-approval integration</a:t>
            </a:r>
          </a:p>
          <a:p>
            <a:pPr lvl="1"/>
            <a:r>
              <a:t>Enable Transit Gateway hub-spoke routing with Network Firewall traffic inspection</a:t>
            </a:r>
          </a:p>
          <a:p>
            <a:pPr/>
            <a:r>
              <a:rPr b="1"/>
              <a:t>Phase 3: Validation &amp; Handover (Month 4)</a:t>
            </a:r>
          </a:p>
          <a:p>
            <a:pPr lvl="1"/>
            <a:r>
              <a:t>Execute ISO 27001 control validation and compile evidence package for audit</a:t>
            </a:r>
          </a:p>
          <a:p>
            <a:pPr lvl="1"/>
            <a:r>
              <a:t>Conduct platform runbook review and knowledge transfer to Contoso platform team</a:t>
            </a:r>
          </a:p>
          <a:p>
            <a:pPr lvl="1"/>
            <a:r>
              <a:t>Deliver post-implementation review and 30-day hypercare support handover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Control Tower live, IAM Identity Center federated, Security Hub and GuardDuty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Guardrails &amp; Workload Onboarding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2-3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SCPs enforced, all environments onboarded via AFT, ITSM workflow integrated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&amp; Handover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ISO 27001 evidence package complete, runbooks delivered, hypercare handover signed 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ASX-Listed Retail Bank (45 accounts, 2,800 employees)</a:t>
            </a:r>
          </a:p>
          <a:p>
            <a:pPr lvl="1"/>
            <a:r>
              <a:t>Challenge: 6-week manual provisioning cycle; $420K annual audit remediation</a:t>
            </a:r>
          </a:p>
          <a:p>
            <a:pPr lvl="1"/>
            <a:r>
              <a:t>Solution: Control Tower, AFT pipeline, CIS Level 1 Security Hub organisation-wide</a:t>
            </a:r>
          </a:p>
          <a:p>
            <a:pPr lvl="1"/>
            <a:r>
              <a:t>Result: Provisioning cut to 4 hours; 89% compliance score within 60 days</a:t>
            </a:r>
          </a:p>
          <a:p>
            <a:pPr/>
            <a:r>
              <a:rPr b="1"/>
              <a:t>Regional Insurance Group (Multi-region, APRA-regulated)</a:t>
            </a:r>
          </a:p>
          <a:p>
            <a:pPr lvl="1"/>
            <a:r>
              <a:t>Challenge: Shared admin credentials in prod; failed two consecutive APRA audits</a:t>
            </a:r>
          </a:p>
          <a:p>
            <a:pPr lvl="1"/>
            <a:r>
              <a:t>Solution: IAM Identity Center federation, SCPs, automated Config evidence collection</a:t>
            </a:r>
          </a:p>
          <a:p>
            <a:pPr lvl="1"/>
            <a:r>
              <a:t>Result: Clean APRA audit within 90 days; zero shared-credential findings since</a:t>
            </a:r>
          </a:p>
          <a:p>
            <a:pPr/>
            <a:r>
              <a:rPr b="1"/>
              <a:t>Government-Owned Finance Entity (In-country data sovereignty required)</a:t>
            </a:r>
          </a:p>
          <a:p>
            <a:pPr lvl="1"/>
            <a:r>
              <a:t>Challenge: No guardrails enforcing region lock; active data residency breach risk</a:t>
            </a:r>
          </a:p>
          <a:p>
            <a:pPr lvl="1"/>
            <a:r>
              <a:t>Solution: Transit Gateway hub-spoke, region-lock SCPs, centralised S3 logging</a:t>
            </a:r>
          </a:p>
          <a:p>
            <a:pPr lvl="1"/>
            <a:r>
              <a:t>Result: Full data residency compliance certified; 100% policy coverage in 8 weeks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delivering AWS cloud governance and security solutions in APAC</a:t>
            </a:r>
          </a:p>
          <a:p>
            <a:pPr lvl="1"/>
            <a:r>
              <a:t>60+ successful AWS Landing Zone implementations across financial services</a:t>
            </a:r>
          </a:p>
          <a:p>
            <a:pPr lvl="1"/>
            <a:r>
              <a:t>AWS Advanced Consulting Partner with Security and Cloud Operations Competency</a:t>
            </a:r>
          </a:p>
          <a:p>
            <a:pPr lvl="1"/>
            <a:r>
              <a:t>Certified AWS Solutions Architects specialising in Control Tower and AFT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AFT modules and Config rule libraries accelerate deployment by 40%</a:t>
            </a:r>
          </a:p>
          <a:p>
            <a:pPr lvl="1"/>
            <a:r>
              <a:t>Proven ISO 27001 evidence-collection framework maps controls to AWS services</a:t>
            </a:r>
          </a:p>
          <a:p>
            <a:pPr lvl="1"/>
            <a:r>
              <a:t>Direct AWS APAC security specialist support through our partner network</a:t>
            </a:r>
          </a:p>
          <a:p>
            <a:pPr lvl="1"/>
            <a:r>
              <a:t>Best practices from 60+ implementations prevent common misconfiguration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$9,956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($18,044)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$9,956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$9,956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$1,867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$5,718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$5,718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$5,718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$5,718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$17,154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($1,200)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$2,856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$10,968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$43,200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$34,130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($29,200)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$4,930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$34,130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$34,130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$73,189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(James Wu + CISO) for project by [specific date]</a:t>
            </a:r>
          </a:p>
          <a:p>
            <a:pPr/>
            <a:r>
              <a:rPr b="1"/>
              <a:t>Kickoff:</a:t>
            </a:r>
            <a:r>
              <a:t> Target project start within 30 days of approval to protect April 2026 deadline</a:t>
            </a:r>
          </a:p>
          <a:p>
            <a:pPr/>
            <a:r>
              <a:rPr b="1"/>
              <a:t>Team Formation:</a:t>
            </a:r>
            <a:r>
              <a:t> Identify CISO security lead, confirm Priya Nair as technical lead and Rachel Moore as PM</a:t>
            </a:r>
          </a:p>
          <a:p>
            <a:pPr/>
            <a:r>
              <a:rPr b="1"/>
              <a:t>Week 1-2:</a:t>
            </a:r>
            <a:r>
              <a:t> Contract finalisation, AWS account baseline assessment, and federation design workshop</a:t>
            </a:r>
          </a:p>
          <a:p>
            <a:pPr/>
            <a:r>
              <a:rPr b="1"/>
              <a:t>Week 3-4:</a:t>
            </a:r>
            <a:r>
              <a:t> Control Tower deployment begins; IAM Identity Center federation configuration starts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Cloud Governance Platform — Contoso Financial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