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AWS Multi-Account Landing Zone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[Presenter Name] | August 16, 2026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2: 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Establish a greenfield multi-account AWS platform built for scale</a:t>
            </a:r>
          </a:p>
          <a:p>
            <a:pPr lvl="1"/>
            <a:r>
              <a:t>Enforce security guardrails across all accounts from day one</a:t>
            </a:r>
          </a:p>
          <a:p>
            <a:pPr lvl="1"/>
            <a:r>
              <a:t>Automate account vending to eliminate manual provisioning delays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100% of accounts enrolled in Control Tower guardrails at go-live</a:t>
            </a:r>
          </a:p>
          <a:p>
            <a:pPr lvl="1"/>
            <a:r>
              <a:t>New AWS account provisioning in under 30 minutes via Account Factory</a:t>
            </a:r>
          </a:p>
          <a:p>
            <a:pPr lvl="1"/>
            <a:r>
              <a:t>Landing zone fully operational within 3 months of project start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Multi-Account Landing Zone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3: 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Single AWS account (dev only)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Multi-account OU hierarchy (Security / Infra / Workloads / Sandbox / Suspended)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Single AWS region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us-east-1 (primary) + us-east-2 (DR/secondary)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Single environment (prod)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Development / Non-Production / Production (3 environments)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Flat OU 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7-OU hierarchy (Root / Security / Infrastructure / Workloads-Prod / Workloads-NonProd / Sandbox / Suspended)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Basic VPC per account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Hub-and-spoke via Transit Gateway; VPC IPAM; Network Firewall; centralised egress; VPN on-premises link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No formal compliance framework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AWS FSBP mandatory; NIST 800-53 / SOC 2 / HIPAA to be confirmed with client security team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Manual console configuration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&gt;=95% IaC coverage (Terraform + AFT); CI/CD pipeline tooling TBD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No external integrations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Centralised monitoring (CloudWatch / Security Hub / GuardDuty); SNS alerting; third-party SIEM TBD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Multi-Account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4: 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Governance &amp; Identity</a:t>
            </a:r>
          </a:p>
          <a:p>
            <a:pPr lvl="1"/>
            <a:r>
              <a:t>Control Tower + Organizations enforce guardrails across all accounts</a:t>
            </a:r>
          </a:p>
          <a:p>
            <a:pPr lvl="1"/>
            <a:r>
              <a:t>IAM Identity Center provides centralised SSO for all AWS accounts</a:t>
            </a:r>
          </a:p>
          <a:p>
            <a:pPr/>
            <a:r>
              <a:rPr b="1"/>
              <a:t>Networking</a:t>
            </a:r>
          </a:p>
          <a:p>
            <a:pPr lvl="1"/>
            <a:r>
              <a:t>Transit Gateway hub-spoke with Network Firewall for traffic inspection</a:t>
            </a:r>
          </a:p>
          <a:p>
            <a:pPr lvl="1"/>
            <a:r>
              <a:t>VPN connectivity to on-premises; VPC IPAM manages IP address space</a:t>
            </a:r>
          </a:p>
          <a:p>
            <a:pPr/>
            <a:r>
              <a:rPr b="1"/>
              <a:t>Security &amp; Compliance</a:t>
            </a:r>
          </a:p>
          <a:p>
            <a:pPr lvl="1"/>
            <a:r>
              <a:t>Security Hub aggregates findings; GuardDuty detects threats in both regions</a:t>
            </a:r>
          </a:p>
          <a:p>
            <a:pPr lvl="1"/>
            <a:r>
              <a:t>CloudTrail org trail and Config rules ensure audit and compliance coverage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Multi-Account Landing Zone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5: 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&amp; Governance (Weeks 1-4)</a:t>
            </a:r>
          </a:p>
          <a:p>
            <a:pPr lvl="1"/>
            <a:r>
              <a:t>Deploy Control Tower, OU structure, SCPs/RCPs across both regions</a:t>
            </a:r>
          </a:p>
          <a:p>
            <a:pPr lvl="1"/>
            <a:r>
              <a:t>Configure IAM Identity Center SSO and centralised logging accounts</a:t>
            </a:r>
          </a:p>
          <a:p>
            <a:pPr lvl="1"/>
            <a:r>
              <a:t>Establish Log Archive and Audit accounts with CloudTrail org trail</a:t>
            </a:r>
          </a:p>
          <a:p>
            <a:pPr/>
            <a:r>
              <a:rPr b="1"/>
              <a:t>Phase 2: Networking &amp; Connectivity (Weeks 5-8)</a:t>
            </a:r>
          </a:p>
          <a:p>
            <a:pPr lvl="1"/>
            <a:r>
              <a:t>Deploy Transit Gateway in us-east-1 and us-east-2 with hub VPCs</a:t>
            </a:r>
          </a:p>
          <a:p>
            <a:pPr lvl="1"/>
            <a:r>
              <a:t>Configure Network Firewall, NAT Gateway, VPC IPAM, and spoke templates</a:t>
            </a:r>
          </a:p>
          <a:p>
            <a:pPr lvl="1"/>
            <a:r>
              <a:t>Establish VPN to on-premises; validate east-west and north-south inspection</a:t>
            </a:r>
          </a:p>
          <a:p>
            <a:pPr/>
            <a:r>
              <a:rPr b="1"/>
              <a:t>Phase 3: Security, Automation &amp; Handover (Weeks 9-12)</a:t>
            </a:r>
          </a:p>
          <a:p>
            <a:pPr lvl="1"/>
            <a:r>
              <a:t>Enable Security Hub (FSBP), GuardDuty, Config rules, and CloudTrail Lake</a:t>
            </a:r>
          </a:p>
          <a:p>
            <a:pPr lvl="1"/>
            <a:r>
              <a:t>Deploy AFT pipeline for automated account vending with tagging enforcement</a:t>
            </a:r>
          </a:p>
          <a:p>
            <a:pPr lvl="1"/>
            <a:r>
              <a:t>Deliver runbooks, team onboarding, and knowledge transfer to client team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Multi-Account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6: 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 &amp; Governance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Control Tower live, OU structure deployed, IAM Identity Center SSO operational, Centralised logging active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Networking &amp; Connectivity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5-8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Transit Gateway hub-spoke in both regions, Network Firewall operational, VPN to on-premises established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Security, Automation &amp; Handover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9-12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Security Hub FSBP enabled, AFT account vending pipeline live, 2 workload accounts vended, Runbooks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Multi-Account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7: 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Insurance Technology Provider (Greenfield, US-based)</a:t>
            </a:r>
          </a:p>
          <a:p>
            <a:pPr lvl="1"/>
            <a:r>
              <a:t>Challenge: No AWS presence; manual account setup causing 6-week delays</a:t>
            </a:r>
          </a:p>
          <a:p>
            <a:pPr lvl="1"/>
            <a:r>
              <a:t>Solution: Control Tower, AFT, and Transit Gateway hub-spoke across two regions</a:t>
            </a:r>
          </a:p>
          <a:p>
            <a:pPr lvl="1"/>
            <a:r>
              <a:t>Result: Account provisioning reduced to 20 minutes; 100% guardrail compliance at launch</a:t>
            </a:r>
          </a:p>
          <a:p>
            <a:pPr/>
            <a:r>
              <a:rPr b="1"/>
              <a:t>Financial Services Firm (Multi-region, 30+ accounts)</a:t>
            </a:r>
          </a:p>
          <a:p>
            <a:pPr lvl="1"/>
            <a:r>
              <a:t>Challenge: Ad-hoc accounts with inconsistent security; failed compliance audit</a:t>
            </a:r>
          </a:p>
          <a:p>
            <a:pPr lvl="1"/>
            <a:r>
              <a:t>Solution: Control Tower consolidation, SCPs, Security Hub FSBP standard enforced</a:t>
            </a:r>
          </a:p>
          <a:p>
            <a:pPr lvl="1"/>
            <a:r>
              <a:t>Result: 87% Security Hub compliance score within 45 days; audit remediation closed</a:t>
            </a:r>
          </a:p>
          <a:p>
            <a:pPr/>
            <a:r>
              <a:rPr b="1"/>
              <a:t>Healthcare Provider (Regulated, HIPAA-aligned)</a:t>
            </a:r>
          </a:p>
          <a:p>
            <a:pPr lvl="1"/>
            <a:r>
              <a:t>Challenge: Siloed AWS accounts, no centralised logging, 4-week provisioning lead time</a:t>
            </a:r>
          </a:p>
          <a:p>
            <a:pPr lvl="1"/>
            <a:r>
              <a:t>Solution: Organizations OU redesign, CloudTrail Lake, AFT with mandatory tagging</a:t>
            </a:r>
          </a:p>
          <a:p>
            <a:pPr lvl="1"/>
            <a:r>
              <a:t>Result: Provisioning cut to 25 minutes; centralised audit trail across all accounts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Multi-Account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8: 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10+ years delivering AWS cloud foundation and governance solutions</a:t>
            </a:r>
          </a:p>
          <a:p>
            <a:pPr lvl="1"/>
            <a:r>
              <a:t>60+ AWS Landing Zone and Control Tower deployments across industries</a:t>
            </a:r>
          </a:p>
          <a:p>
            <a:pPr lvl="1"/>
            <a:r>
              <a:t>AWS Advanced Consulting Partner with Security and Cloud Operations competencies</a:t>
            </a:r>
          </a:p>
          <a:p>
            <a:pPr lvl="1"/>
            <a:r>
              <a:t>Certified AWS Solutions Architects and Control Tower specialists on every engagement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AFT modules and Terraform templates reduce delivery time by 40%</a:t>
            </a:r>
          </a:p>
          <a:p>
            <a:pPr lvl="1"/>
            <a:r>
              <a:t>Proven OU and SCP design patterns eliminate costly re-architecture later</a:t>
            </a:r>
          </a:p>
          <a:p>
            <a:pPr lvl="1"/>
            <a:r>
              <a:t>Direct AWS specialist support through partner network during your engagement</a:t>
            </a:r>
          </a:p>
          <a:p>
            <a:pPr lvl="1"/>
            <a:r>
              <a:t>Best practices from 60+ implementations help avoid common configuration pitfalls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Multi-Account Landing Zone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9: 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$28,422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$13,422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$28,422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$28,422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$70,266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$1,440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$33,102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($15,000)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$18,102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$33,102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$33,102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$84,306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Multi-Account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10: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project by [specific date]</a:t>
            </a:r>
          </a:p>
          <a:p>
            <a:pPr/>
            <a:r>
              <a:rPr b="1"/>
              <a:t>Kickoff:</a:t>
            </a:r>
            <a:r>
              <a:t> Target project start date within 30 days of approval</a:t>
            </a:r>
          </a:p>
          <a:p>
            <a:pPr/>
            <a:r>
              <a:rPr b="1"/>
              <a:t>Team Formation:</a:t>
            </a:r>
            <a:r>
              <a:t> Identify executive sponsor, cloud/infrastructure owner, security lead, and FinOps contact</a:t>
            </a:r>
          </a:p>
          <a:p>
            <a:pPr/>
            <a:r>
              <a:rPr b="1"/>
              <a:t>Week 1-2:</a:t>
            </a:r>
            <a:r>
              <a:t> Contract finalization, AWS account setup, and kick-off workshop with RACI completion</a:t>
            </a:r>
          </a:p>
          <a:p>
            <a:pPr/>
            <a:r>
              <a:rPr b="1"/>
              <a:t>Week 3-4:</a:t>
            </a:r>
            <a:r>
              <a:t> OU design and SCP policy review, Control Tower deployment begins, architecture sign-off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Multi-Account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11: 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