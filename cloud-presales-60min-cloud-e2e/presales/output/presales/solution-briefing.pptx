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Amatra Agentic Orchestration Platform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Marcus Patel | June 04, 2026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Reduce per-engagement effort by 90% from 6-10 hours to under 1 hour</a:t>
            </a:r>
          </a:p>
          <a:p>
            <a:pPr lvl="1"/>
            <a:r>
              <a:t>Unlock parallel pipeline throughput for a 120-consultant sales organisation</a:t>
            </a:r>
          </a:p>
          <a:p>
            <a:pPr lvl="1"/>
            <a:r>
              <a:t>Scale to 200+ solutions per month at under $5 model spend per solution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End-to-end presales bundle generated in under 60 minutes, zero human loops</a:t>
            </a:r>
          </a:p>
          <a:p>
            <a:pPr lvl="1"/>
            <a:r>
              <a:t>95%+ artifact validation pass rate across all 12 artifact types</a:t>
            </a:r>
          </a:p>
          <a:p>
            <a:pPr lvl="1"/>
            <a:r>
              <a:t>ROI realised within 6 months through senior-consultant time savings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Orchestration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Single-agent workflow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 agents (Input Validator; Pre-Sales Generator; Delivery Generator; Code Generator; EO Validator)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3-5 artifacts per solution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 artifacts per solution (5 presales + 6 delivery + 1 automation bundle)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5 Lambda routes + 5 CLI subcommands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11 Lambda routes + 14 CLI subcommands behind API GW HTTP API v2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Single production environment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environments (dev / staging / prod)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Single-pass validation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Deterministic format-check + LLM quality check with up to 3 retries per artifact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None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integrations (GitHub PAT commit; DynamoDB quota enforcement; eof-tools converter pipeline)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No quota enforcement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Per-user quota 10 solutions/month; global pool 1000 solutions/month enforced atomically in DynamoDB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Basic logging only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CloudWatch metrics baseline; per-phase token usage in CLI + admin API; graded artifact delivery policy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Agent &amp; Orchestration Layer</a:t>
            </a:r>
          </a:p>
          <a:p>
            <a:pPr lvl="1"/>
            <a:r>
              <a:t>Five Strands agents on AgentCore Runtime per solution generation</a:t>
            </a:r>
          </a:p>
          <a:p>
            <a:pPr lvl="1"/>
            <a:r>
              <a:t>Step Functions multi-agent graph with up to 3 validation retries</a:t>
            </a:r>
          </a:p>
          <a:p>
            <a:pPr/>
            <a:r>
              <a:rPr b="1"/>
              <a:t>Platform &amp; Security</a:t>
            </a:r>
          </a:p>
          <a:p>
            <a:pPr lvl="1"/>
            <a:r>
              <a:t>Cognito JWT auth, 11 API Gateway routes, 14 CLI subcommands</a:t>
            </a:r>
          </a:p>
          <a:p>
            <a:pPr lvl="1"/>
            <a:r>
              <a:t>DynamoDB quota enforcement, S3 artifact storage, Secrets Manager</a:t>
            </a:r>
          </a:p>
          <a:p>
            <a:pPr/>
            <a:r>
              <a:rPr b="1"/>
              <a:t>AI &amp; Observability</a:t>
            </a:r>
          </a:p>
          <a:p>
            <a:pPr lvl="1"/>
            <a:r>
              <a:t>Claude Sonnet 4.6 generation, Haiku 4.5 cost-efficient validation</a:t>
            </a:r>
          </a:p>
          <a:p>
            <a:pPr lvl="1"/>
            <a:r>
              <a:t>CloudWatch metrics, CloudTrail audit, per-phase token usage reporting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Orchestration Platform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&amp; Security (Months 1-4)</a:t>
            </a:r>
          </a:p>
          <a:p>
            <a:pPr lvl="1"/>
            <a:r>
              <a:t>Provision Cognito, API Gateway, DynamoDB, S3, and baseline IAM</a:t>
            </a:r>
          </a:p>
          <a:p>
            <a:pPr lvl="1"/>
            <a:r>
              <a:t>Build pip-installable CLI with 14 subcommands and JWT auth flow</a:t>
            </a:r>
          </a:p>
          <a:p>
            <a:pPr lvl="1"/>
            <a:r>
              <a:t>Establish per-user quota enforcement and DynamoDB profile schema</a:t>
            </a:r>
          </a:p>
          <a:p>
            <a:pPr/>
            <a:r>
              <a:rPr b="1"/>
              <a:t>Phase 2: Agent Build &amp; Integration (Months 5-9)</a:t>
            </a:r>
          </a:p>
          <a:p>
            <a:pPr lvl="1"/>
            <a:r>
              <a:t>Develop 5 Strands agents and register with AgentCore Runtime</a:t>
            </a:r>
          </a:p>
          <a:p>
            <a:pPr lvl="1"/>
            <a:r>
              <a:t>Build Docker image pipeline and integrate eof-tools converter library</a:t>
            </a:r>
          </a:p>
          <a:p>
            <a:pPr lvl="1"/>
            <a:r>
              <a:t>Wire Bedrock Claude models, Step Functions graph, and retry logic</a:t>
            </a:r>
          </a:p>
          <a:p>
            <a:pPr/>
            <a:r>
              <a:rPr b="1"/>
              <a:t>Phase 3: Validation &amp; Go-Live (Months 10-12)</a:t>
            </a:r>
          </a:p>
          <a:p>
            <a:pPr lvl="1"/>
            <a:r>
              <a:t>End-to-end validation across all 12 artifact types with green metrics</a:t>
            </a:r>
          </a:p>
          <a:p>
            <a:pPr lvl="1"/>
            <a:r>
              <a:t>Configure CloudWatch dashboards, CloudTrail audit, and usage endpoints</a:t>
            </a:r>
          </a:p>
          <a:p>
            <a:pPr lvl="1"/>
            <a:r>
              <a:t>Deliver exec demo, GitHub commit pipeline, and operations handoff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 &amp; Security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Cognito auth live, API Gateway 11 routes operational, DynamoDB quota schema deployed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Agent Build &amp;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5-9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 Strands agents registered, eof-tools Docker image pipeline, Bedrock model integration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Validation &amp; Go-Live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10-12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 artifact types validated, CloudWatch green baseline, exec demo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Global Systems Integrator (250+ consultants, APAC &amp; EMEA)</a:t>
            </a:r>
          </a:p>
          <a:p>
            <a:pPr lvl="1"/>
            <a:r>
              <a:t>Challenge: 8+ hours per proposal, 40% rework from validation failures</a:t>
            </a:r>
          </a:p>
          <a:p>
            <a:pPr lvl="1"/>
            <a:r>
              <a:t>Solution: Agentic Bedrock pipeline with LLM format-check and retry loops</a:t>
            </a:r>
          </a:p>
          <a:p>
            <a:pPr lvl="1"/>
            <a:r>
              <a:t>Result: Proposal time cut to 45 min; rework rate reduced to under 5%</a:t>
            </a:r>
          </a:p>
          <a:p>
            <a:pPr/>
            <a:r>
              <a:rPr b="1"/>
              <a:t>AWS Partner Network Consultancy (60 consultants, North America)</a:t>
            </a:r>
          </a:p>
          <a:p>
            <a:pPr lvl="1"/>
            <a:r>
              <a:t>Challenge: Manual artifact assembly blocking 3 concurrent deals per week</a:t>
            </a:r>
          </a:p>
          <a:p>
            <a:pPr lvl="1"/>
            <a:r>
              <a:t>Solution: Strands multi-agent graph with Step Functions and S3 artifact store</a:t>
            </a:r>
          </a:p>
          <a:p>
            <a:pPr lvl="1"/>
            <a:r>
              <a:t>Result: Pipeline throughput tripled; senior consultants freed for solutioning</a:t>
            </a:r>
          </a:p>
          <a:p>
            <a:pPr/>
            <a:r>
              <a:rPr b="1"/>
              <a:t>Managed Services Provider (100 consultants, Financial Services focus)</a:t>
            </a:r>
          </a:p>
          <a:p>
            <a:pPr lvl="1"/>
            <a:r>
              <a:t>Challenge: No audit trail, quota controls, or per-user identity for AI usage</a:t>
            </a:r>
          </a:p>
          <a:p>
            <a:pPr lvl="1"/>
            <a:r>
              <a:t>Solution: Cognito JWT auth, DynamoDB quotas, CloudTrail audit on Bedrock calls</a:t>
            </a:r>
          </a:p>
          <a:p>
            <a:pPr lvl="1"/>
            <a:r>
              <a:t>Result: Full SOC2 audit readiness achieved; $180K annual AI spend controlled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10+ years delivering AWS cloud and AI/ML platform solutions</a:t>
            </a:r>
          </a:p>
          <a:p>
            <a:pPr lvl="1"/>
            <a:r>
              <a:t>40+ agentic and automation platform builds across AWS partner ecosystem</a:t>
            </a:r>
          </a:p>
          <a:p>
            <a:pPr lvl="1"/>
            <a:r>
              <a:t>AWS Advanced Consulting Partner with Machine Learning Competency</a:t>
            </a:r>
          </a:p>
          <a:p>
            <a:pPr lvl="1"/>
            <a:r>
              <a:t>Certified solutions architects with Bedrock, Strands, and AgentCore expertise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eof-tools integration accelerates agent container delivery by 60%</a:t>
            </a:r>
          </a:p>
          <a:p>
            <a:pPr lvl="1"/>
            <a:r>
              <a:t>Proven quota and identity pattern reduces Cognito and DynamoDB build risk</a:t>
            </a:r>
          </a:p>
          <a:p>
            <a:pPr lvl="1"/>
            <a:r>
              <a:t>Direct AWS Bedrock specialist support through partner network access</a:t>
            </a:r>
          </a:p>
          <a:p>
            <a:pPr lvl="1"/>
            <a:r>
              <a:t>Best practices from 40+ builds prevent common multi-agent failure modes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Orchestration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$33,308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$28,308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$37,268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$41,810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$107,386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$39,308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$34,308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$43,268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$47,810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$125,386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10: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and CTO sign-off for PoC project by [specific date]</a:t>
            </a:r>
          </a:p>
          <a:p>
            <a:pPr/>
            <a:r>
              <a:rPr b="1"/>
              <a:t>Kickoff:</a:t>
            </a:r>
            <a:r>
              <a:t> Target project start date within 30 days of approval</a:t>
            </a:r>
          </a:p>
          <a:p>
            <a:pPr/>
            <a:r>
              <a:rPr b="1"/>
              <a:t>Team Formation:</a:t>
            </a:r>
            <a:r>
              <a:t> Identify executive sponsor (Sarah Lin), technical lead (Marcus Patel), and CTO for Cognito user pool sign-off</a:t>
            </a:r>
          </a:p>
          <a:p>
            <a:pPr/>
            <a:r>
              <a:rPr b="1"/>
              <a:t>Week 1-2:</a:t>
            </a:r>
            <a:r>
              <a:t> Contract finalisation, AWS us-west-2 account setup, and IAM baseline provisioning</a:t>
            </a:r>
          </a:p>
          <a:p>
            <a:pPr/>
            <a:r>
              <a:rPr b="1"/>
              <a:t>Week 3-4:</a:t>
            </a:r>
            <a:r>
              <a:t> Cognito User Pool configuration, API Gateway scaffold, and DynamoDB schema deployed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11: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